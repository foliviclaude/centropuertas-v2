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Prérequis et plan d'apprentissage pour Claude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Parcours débutant — objectif : créer des applications web</a:t>
            </a:r>
          </a:p>
          <a:p>
            <a:r>
              <a:t>10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>
                <a:solidFill>
                  <a:srgbClr val="222222"/>
                </a:solidFill>
              </a:defRPr>
            </a:pPr>
            <a:r>
              <a:t>Devenir capable d'utiliser Claude Code de façon professionnelle et autonome pour créer des applications web, en partant d'un niveau débutant en programmation.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Bases indispensables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Solides fondamentaux en programmation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Git et contrôle de version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Terminal / ligne de commande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Ce qui donne un vrai avantage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Décomposer un problème en tâches précises (spécifier clairement contexte, contraintes, critère de succès)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Lecture de code rapide (revue de code)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Méthodologie de vérification : tests, exécution réelle, pas de confiance aveugle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Compréhension d'architecture pour donner le bon contexte à Claude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Debugging : relier un message d'erreur à sa cause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Bonus — différenciateurs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Connaître l'écosystème de l'outil (hooks, subagents, skills, MCP)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Esprit critique constant face aux suggestions de l'IA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Le piège à éviter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Le « vibe coding » : laisser l'IA générer une application entière sans jamais comprendre l'architecture. Résultat : blocage total dès qu'un problème survient. Les premières semaines du plan visent justement à construire une base solide avant de déléguer davantage.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Plan de progression — vue d'ensemble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Semaines 1-2 — Bases de la programmation (JavaScript)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 3 — Terminal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 4 — Git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 5 — Bases du web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Semaines 6-7 — Première prise en main de Claude Code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 8 — Backend simple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Semaines 9-10 — Projet complet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Semaines 1-2 — Bases de la programmation (JavaScript)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Apprendre JavaScript plutôt que Python : sert directement à construire des apps web, mobiles et desktop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Variables, conditions, boucles, fonctions, tableaux/objets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Écrire le code soi-même, sans IA, pour construire l'intuition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Exercice : 10-15 petits exercices logiques (ex. exercism.org)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 3 —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Navigation dans les dossiers, exécution de scripts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Installer des paquets avec npm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 4 —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init, add, commit, push/pull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Créer un compte GitHub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Exercice : versionner les scripts des semaines 1-2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 5 — Bases du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HTML (structure) et CSS (style)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Exercice : construire une page statique simple à la main, sans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Semaines 6-7 — Première prise en main de Claude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Choisir un framework simple et populaire (ex. React) ou du JS « vanilla » pour la toute première app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Construire une petite app interactive (to-do list, compteur, quiz)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Règle : demander systématiquement des explications avant de valider quoi que ce soit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 8 — Backend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Comprendre ce qu'est une API et une base de données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Construire un petit backend (Node.js + base de données simple)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Objectif : comprendre le lien frontend / backend / données, pas juste « faire marcher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Semaines 9-10 — Projet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Choisir une idée d'app simple mais motivante (tracker d'habitudes, carnet de notes...)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Construction de bout en bout : spécification → code → tests → déploiement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Déployer l'app (ex. Vercel/Netlify) pour avoir un résultat concret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Installer les outils : VS Code, Node.js, Git, Claude Code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Choisir le premier exercice concret pour démarrer la semaine 1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Créer un compte GitHub pour héberger les projets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